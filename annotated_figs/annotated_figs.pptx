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65" r:id="rId5"/>
    <p:sldId id="268" r:id="rId6"/>
    <p:sldId id="2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FF7F50"/>
    <a:srgbClr val="E0BF4C"/>
    <a:srgbClr val="008080"/>
    <a:srgbClr val="0A4F2D"/>
    <a:srgbClr val="B8860B"/>
    <a:srgbClr val="C04F15"/>
    <a:srgbClr val="000000"/>
    <a:srgbClr val="941650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130D4C-15CE-1F4F-B736-5E14BFDE6CA5}" v="1" dt="2026-04-03T21:10:47.4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88"/>
    <p:restoredTop sz="94720"/>
  </p:normalViewPr>
  <p:slideViewPr>
    <p:cSldViewPr snapToGrid="0">
      <p:cViewPr varScale="1">
        <p:scale>
          <a:sx n="98" d="100"/>
          <a:sy n="98" d="100"/>
        </p:scale>
        <p:origin x="21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euf-Hadd, Camille" userId="3435675e-5c23-4046-8f69-36a389b36498" providerId="ADAL" clId="{1AC130EC-84E0-526E-AF4C-1FE819A199EB}"/>
    <pc:docChg chg="custSel addSld modSld sldOrd">
      <pc:chgData name="Phaneuf-Hadd, Camille" userId="3435675e-5c23-4046-8f69-36a389b36498" providerId="ADAL" clId="{1AC130EC-84E0-526E-AF4C-1FE819A199EB}" dt="2026-04-03T21:10:51.538" v="107" actId="478"/>
      <pc:docMkLst>
        <pc:docMk/>
      </pc:docMkLst>
      <pc:sldChg chg="ord">
        <pc:chgData name="Phaneuf-Hadd, Camille" userId="3435675e-5c23-4046-8f69-36a389b36498" providerId="ADAL" clId="{1AC130EC-84E0-526E-AF4C-1FE819A199EB}" dt="2026-04-03T21:08:48.534" v="14" actId="20578"/>
        <pc:sldMkLst>
          <pc:docMk/>
          <pc:sldMk cId="2357333962" sldId="267"/>
        </pc:sldMkLst>
      </pc:sldChg>
      <pc:sldChg chg="addSp delSp modSp add mod ord">
        <pc:chgData name="Phaneuf-Hadd, Camille" userId="3435675e-5c23-4046-8f69-36a389b36498" providerId="ADAL" clId="{1AC130EC-84E0-526E-AF4C-1FE819A199EB}" dt="2026-04-03T21:10:51.538" v="107" actId="478"/>
        <pc:sldMkLst>
          <pc:docMk/>
          <pc:sldMk cId="2534427755" sldId="275"/>
        </pc:sldMkLst>
        <pc:spChg chg="mod">
          <ac:chgData name="Phaneuf-Hadd, Camille" userId="3435675e-5c23-4046-8f69-36a389b36498" providerId="ADAL" clId="{1AC130EC-84E0-526E-AF4C-1FE819A199EB}" dt="2026-04-03T21:10:24.289" v="101" actId="1076"/>
          <ac:spMkLst>
            <pc:docMk/>
            <pc:sldMk cId="2534427755" sldId="275"/>
            <ac:spMk id="2" creationId="{F3C3A5BB-17FC-2E45-4F22-B9A838C7A5E2}"/>
          </ac:spMkLst>
        </pc:spChg>
        <pc:spChg chg="mod">
          <ac:chgData name="Phaneuf-Hadd, Camille" userId="3435675e-5c23-4046-8f69-36a389b36498" providerId="ADAL" clId="{1AC130EC-84E0-526E-AF4C-1FE819A199EB}" dt="2026-04-03T21:10:22.522" v="100" actId="1076"/>
          <ac:spMkLst>
            <pc:docMk/>
            <pc:sldMk cId="2534427755" sldId="275"/>
            <ac:spMk id="4" creationId="{82AA2BEF-40A4-956C-CC57-85971D0AA93E}"/>
          </ac:spMkLst>
        </pc:spChg>
        <pc:spChg chg="mod">
          <ac:chgData name="Phaneuf-Hadd, Camille" userId="3435675e-5c23-4046-8f69-36a389b36498" providerId="ADAL" clId="{1AC130EC-84E0-526E-AF4C-1FE819A199EB}" dt="2026-04-03T21:10:10.409" v="97" actId="1076"/>
          <ac:spMkLst>
            <pc:docMk/>
            <pc:sldMk cId="2534427755" sldId="275"/>
            <ac:spMk id="5" creationId="{FFD74036-65F9-B795-2B33-329198C7BB26}"/>
          </ac:spMkLst>
        </pc:spChg>
        <pc:spChg chg="mod">
          <ac:chgData name="Phaneuf-Hadd, Camille" userId="3435675e-5c23-4046-8f69-36a389b36498" providerId="ADAL" clId="{1AC130EC-84E0-526E-AF4C-1FE819A199EB}" dt="2026-04-03T21:10:15.808" v="98" actId="1076"/>
          <ac:spMkLst>
            <pc:docMk/>
            <pc:sldMk cId="2534427755" sldId="275"/>
            <ac:spMk id="7" creationId="{0EA7480F-271A-323E-2BC0-AE7B638E5DB0}"/>
          </ac:spMkLst>
        </pc:spChg>
        <pc:spChg chg="mod">
          <ac:chgData name="Phaneuf-Hadd, Camille" userId="3435675e-5c23-4046-8f69-36a389b36498" providerId="ADAL" clId="{1AC130EC-84E0-526E-AF4C-1FE819A199EB}" dt="2026-04-03T21:10:19.357" v="99" actId="1076"/>
          <ac:spMkLst>
            <pc:docMk/>
            <pc:sldMk cId="2534427755" sldId="275"/>
            <ac:spMk id="9" creationId="{06FC66CD-BBE8-8ADD-F3C6-71FA65D509D7}"/>
          </ac:spMkLst>
        </pc:spChg>
        <pc:spChg chg="mod">
          <ac:chgData name="Phaneuf-Hadd, Camille" userId="3435675e-5c23-4046-8f69-36a389b36498" providerId="ADAL" clId="{1AC130EC-84E0-526E-AF4C-1FE819A199EB}" dt="2026-04-03T21:10:06.727" v="96" actId="1076"/>
          <ac:spMkLst>
            <pc:docMk/>
            <pc:sldMk cId="2534427755" sldId="275"/>
            <ac:spMk id="10" creationId="{671D7F9C-9FE3-E50E-5F2C-BBE5BC2A272A}"/>
          </ac:spMkLst>
        </pc:spChg>
        <pc:spChg chg="add del mod">
          <ac:chgData name="Phaneuf-Hadd, Camille" userId="3435675e-5c23-4046-8f69-36a389b36498" providerId="ADAL" clId="{1AC130EC-84E0-526E-AF4C-1FE819A199EB}" dt="2026-04-03T21:10:51.538" v="107" actId="478"/>
          <ac:spMkLst>
            <pc:docMk/>
            <pc:sldMk cId="2534427755" sldId="275"/>
            <ac:spMk id="17" creationId="{9425B480-4808-583A-4D9B-97593F19A4FF}"/>
          </ac:spMkLst>
        </pc:spChg>
        <pc:spChg chg="add del mod">
          <ac:chgData name="Phaneuf-Hadd, Camille" userId="3435675e-5c23-4046-8f69-36a389b36498" providerId="ADAL" clId="{1AC130EC-84E0-526E-AF4C-1FE819A199EB}" dt="2026-04-03T21:10:50.280" v="106" actId="478"/>
          <ac:spMkLst>
            <pc:docMk/>
            <pc:sldMk cId="2534427755" sldId="275"/>
            <ac:spMk id="18" creationId="{E7D98FB4-EB50-3881-7E07-48EAC2584B98}"/>
          </ac:spMkLst>
        </pc:spChg>
        <pc:cxnChg chg="mod">
          <ac:chgData name="Phaneuf-Hadd, Camille" userId="3435675e-5c23-4046-8f69-36a389b36498" providerId="ADAL" clId="{1AC130EC-84E0-526E-AF4C-1FE819A199EB}" dt="2026-04-03T21:10:06.727" v="96" actId="1076"/>
          <ac:cxnSpMkLst>
            <pc:docMk/>
            <pc:sldMk cId="2534427755" sldId="275"/>
            <ac:cxnSpMk id="16" creationId="{D489E35A-34C2-D45A-DEB6-5D4D182AE4D9}"/>
          </ac:cxnSpMkLst>
        </pc:cxnChg>
        <pc:cxnChg chg="mod">
          <ac:chgData name="Phaneuf-Hadd, Camille" userId="3435675e-5c23-4046-8f69-36a389b36498" providerId="ADAL" clId="{1AC130EC-84E0-526E-AF4C-1FE819A199EB}" dt="2026-04-03T21:10:19.357" v="99" actId="1076"/>
          <ac:cxnSpMkLst>
            <pc:docMk/>
            <pc:sldMk cId="2534427755" sldId="275"/>
            <ac:cxnSpMk id="19" creationId="{DFB185F9-D1DF-8A25-9AE4-5B25451F2A32}"/>
          </ac:cxnSpMkLst>
        </pc:cxnChg>
        <pc:cxnChg chg="mod">
          <ac:chgData name="Phaneuf-Hadd, Camille" userId="3435675e-5c23-4046-8f69-36a389b36498" providerId="ADAL" clId="{1AC130EC-84E0-526E-AF4C-1FE819A199EB}" dt="2026-04-03T21:10:15.808" v="98" actId="1076"/>
          <ac:cxnSpMkLst>
            <pc:docMk/>
            <pc:sldMk cId="2534427755" sldId="275"/>
            <ac:cxnSpMk id="20" creationId="{206F6F6D-00EC-730F-A60B-631F12A61715}"/>
          </ac:cxnSpMkLst>
        </pc:cxnChg>
        <pc:cxnChg chg="mod">
          <ac:chgData name="Phaneuf-Hadd, Camille" userId="3435675e-5c23-4046-8f69-36a389b36498" providerId="ADAL" clId="{1AC130EC-84E0-526E-AF4C-1FE819A199EB}" dt="2026-04-03T21:10:22.522" v="100" actId="1076"/>
          <ac:cxnSpMkLst>
            <pc:docMk/>
            <pc:sldMk cId="2534427755" sldId="275"/>
            <ac:cxnSpMk id="81" creationId="{5C74F6BA-5B37-EBD3-FFA8-A2621C5FA32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FF793-5757-1F42-80C8-E100F9408A6A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A6AC6-3BF3-B54B-9BF7-F3AFE2892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24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A6AC6-3BF3-B54B-9BF7-F3AFE28921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97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F10D-6EAD-14E9-4ECF-E447FCA6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AE3C2-08AF-431E-0E55-F3D917209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9E040-D331-482A-A33A-A747D95B8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859DF-4935-1893-EA48-FD0E44E2C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A6AC6-3BF3-B54B-9BF7-F3AFE28921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07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08C3B-22BF-3F1B-A3F7-2B8CE5A4A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A5E89-8531-9370-C73F-2E82521EF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79588-716A-E843-FD63-C05031996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AF94F-F091-255C-89DF-F5ADAA1C79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A6AC6-3BF3-B54B-9BF7-F3AFE28921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2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FEFA-43DC-DB3A-CC3F-F4E109B8D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4DCF6B-5FAB-1B59-1063-7ED1F5E6E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4010E-E109-3809-A162-6F4B09DE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8EE0C-F9D6-2BC0-E888-9BC0A9D4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95AFB-A4FE-1B36-1957-F8120573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203C2-EB20-F851-EF65-A6225568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BE745-89F4-55D3-5575-46FE3F03F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B1E28-AF35-38C4-3967-E95D22C0F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C6003-87E0-F986-C346-F9621CC5C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DD1A5-36AC-E7E8-6ECE-1A7533E09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36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89165-8FD6-77B4-54C8-19D931302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E847D-0A08-DC8E-63F5-96556D724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F6D76-72A1-AB79-38EC-71D232C1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17B19-95C7-6082-F734-1E3E5D90F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4153C-27CE-FD7D-F22B-E8133ABA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31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4750-C2CB-AF74-E803-D408077D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DA506-9D08-081C-ECC0-E78A6F110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D792-8C81-8FE1-F13F-724710C39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231C4-8E99-84B8-EC48-6C4145368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A8582-AE60-F278-A239-D937D3BD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2216B-D80F-F01D-87C1-FFA8F8F3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01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2ACC-4C5A-AB4B-1363-717FD6DDD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20816-1BD1-C352-874B-855C9A68D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36F35-1428-2846-F30A-851100620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171F5A-290F-801A-4E99-1D47C4B09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8D8566-4593-B2D8-4B8B-78A41DC8CF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6E12E4-C2FD-1E14-CB89-7E83677D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2D765-9730-C5FE-E7D8-E505690E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971275-B771-1392-08CE-2AB9223A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79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F595-25A3-2F78-D87C-7DC25196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DA981-9155-63E5-0F7A-A79D53BAD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06222-EF75-66F2-F070-C6E92CE4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063F5-E09C-8ED9-1163-66832767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88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B655A3-50FA-DD89-1902-4DD1FECCC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D1041-7E94-5058-BEA5-AC073E89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FC9CD-07E6-C568-D976-BBB36D68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01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5324A-0B97-DBEC-4247-70697AB27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DBE1D-6277-506B-5C34-004A859F4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0867F-580F-0BBA-29D4-69DC58C7C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C1F3D-43FD-7F45-7EE1-F8CC4E111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2C9E5-C1DD-ECB6-0AE0-49128C2B6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59E27-4887-F847-60A8-4233F37E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54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B6A6E-EC8A-E3DD-08CF-FED166400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AEC66-40DE-1B37-2BCC-523BD57BB7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751AA-E1BD-D5F6-459E-517E06168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36109-23C1-2742-5BB6-AB99AE9B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58455-F114-99F2-865B-0B4F4371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EA771-7C65-AEA5-A407-7ACEF0BF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75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95303-45C0-7961-244E-C916FA5C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F16AF-A35A-C738-0DC0-A19512CF6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0627C-0927-D123-8142-262B7967B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17E48-7D96-CD7B-DA77-EC9467BC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19373-3C75-4439-E9F3-226985172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1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5B03A3-BDB6-F8EA-F4A8-AAB765F11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835BE-C56F-4ECD-5B76-E6731D86F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2ED8B-25CC-6A8D-C939-B5842B6CF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C215A-75E4-9148-8030-208AFC352FA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74C0D-F946-7420-ED18-3FBDC2AE2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0DD25-849C-5396-8579-9C3B2D33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78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46F53E-B11E-6B9E-7D35-E713FDE68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B07AC-1B83-6929-D554-3C0DD491D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9FC10-1292-0635-D1EF-F27F38F2A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1C215A-75E4-9148-8030-208AFC352FA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58E85-9C48-6DE0-D511-D9CF7534F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28D1E-EAB3-76FF-C2F2-7F19FCB2A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BACC7D-11EC-A746-A570-4F09C1261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60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FE410-94B2-3545-5E6C-918FBE742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DAB6CC-70EC-47E1-3337-E4B831139B96}"/>
              </a:ext>
            </a:extLst>
          </p:cNvPr>
          <p:cNvSpPr txBox="1"/>
          <p:nvPr/>
        </p:nvSpPr>
        <p:spPr>
          <a:xfrm>
            <a:off x="485643" y="186889"/>
            <a:ext cx="7548885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venir Book" panose="02000503020000020003" pitchFamily="2" charset="0"/>
                <a:ea typeface="+mn-lt"/>
                <a:cs typeface="+mn-lt"/>
              </a:rPr>
              <a:t>(A) Example Stroop Trial Sequence</a:t>
            </a:r>
            <a:endParaRPr lang="en-US" sz="2400" b="1" dirty="0">
              <a:latin typeface="Avenir Book" panose="02000503020000020003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3ECCC1-85C0-6C64-286D-267A62D16F6E}"/>
              </a:ext>
            </a:extLst>
          </p:cNvPr>
          <p:cNvSpPr txBox="1"/>
          <p:nvPr/>
        </p:nvSpPr>
        <p:spPr>
          <a:xfrm>
            <a:off x="7686496" y="1650181"/>
            <a:ext cx="9951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latin typeface="Avenir Book" panose="02000503020000020003" pitchFamily="2" charset="0"/>
              </a:rPr>
              <a:t>...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3FF5CD-51E3-0FDD-E7B9-F27C55C7853A}"/>
              </a:ext>
            </a:extLst>
          </p:cNvPr>
          <p:cNvSpPr/>
          <p:nvPr/>
        </p:nvSpPr>
        <p:spPr>
          <a:xfrm>
            <a:off x="485643" y="739758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EC7449"/>
                </a:solidFill>
                <a:latin typeface="Avenir Book" panose="02000503020000020003" pitchFamily="2" charset="0"/>
              </a:rPr>
              <a:t>ORANGE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05966A-CC72-1E5A-B775-7236CA46D9B9}"/>
              </a:ext>
            </a:extLst>
          </p:cNvPr>
          <p:cNvSpPr/>
          <p:nvPr/>
        </p:nvSpPr>
        <p:spPr>
          <a:xfrm>
            <a:off x="2235179" y="940426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EC7449"/>
                </a:solidFill>
                <a:latin typeface="Avenir Book" panose="02000503020000020003" pitchFamily="2" charset="0"/>
              </a:rPr>
              <a:t>WHITE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0519AF-DEBF-25FF-A7E9-4A4D872EF4D5}"/>
              </a:ext>
            </a:extLst>
          </p:cNvPr>
          <p:cNvSpPr/>
          <p:nvPr/>
        </p:nvSpPr>
        <p:spPr>
          <a:xfrm>
            <a:off x="3984715" y="1141094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venir Book" panose="02000503020000020003" pitchFamily="2" charset="0"/>
              </a:rPr>
              <a:t>ORANGE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4CA698-EAF0-C89D-5D57-14930263BE99}"/>
              </a:ext>
            </a:extLst>
          </p:cNvPr>
          <p:cNvSpPr/>
          <p:nvPr/>
        </p:nvSpPr>
        <p:spPr>
          <a:xfrm>
            <a:off x="5734251" y="1341762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venir Book" panose="02000503020000020003" pitchFamily="2" charset="0"/>
              </a:rPr>
              <a:t>WHITE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AE33DA-E360-E4CA-6358-D59D68E92512}"/>
              </a:ext>
            </a:extLst>
          </p:cNvPr>
          <p:cNvSpPr txBox="1"/>
          <p:nvPr/>
        </p:nvSpPr>
        <p:spPr>
          <a:xfrm>
            <a:off x="400299" y="1957958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5493"/>
                </a:solidFill>
                <a:latin typeface="Avenir Book" panose="02000503020000020003" pitchFamily="2" charset="0"/>
              </a:rPr>
              <a:t>Congruent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977803-7AD5-5683-BE83-2283D9D17A06}"/>
              </a:ext>
            </a:extLst>
          </p:cNvPr>
          <p:cNvSpPr txBox="1"/>
          <p:nvPr/>
        </p:nvSpPr>
        <p:spPr>
          <a:xfrm>
            <a:off x="2149835" y="2160626"/>
            <a:ext cx="1196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941650"/>
                </a:solidFill>
                <a:latin typeface="Avenir Book" panose="02000503020000020003" pitchFamily="2" charset="0"/>
              </a:rPr>
              <a:t>Incongruent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725D0A-1487-1B8D-0979-A36BEA32933F}"/>
              </a:ext>
            </a:extLst>
          </p:cNvPr>
          <p:cNvSpPr txBox="1"/>
          <p:nvPr/>
        </p:nvSpPr>
        <p:spPr>
          <a:xfrm>
            <a:off x="3899371" y="2359305"/>
            <a:ext cx="1196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941650"/>
                </a:solidFill>
                <a:latin typeface="Avenir Book" panose="02000503020000020003" pitchFamily="2" charset="0"/>
              </a:rPr>
              <a:t>Incongruent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2EC67D-3241-2035-AFE1-8DFC72C1DA77}"/>
              </a:ext>
            </a:extLst>
          </p:cNvPr>
          <p:cNvSpPr txBox="1"/>
          <p:nvPr/>
        </p:nvSpPr>
        <p:spPr>
          <a:xfrm>
            <a:off x="5648907" y="2561962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5493"/>
                </a:solidFill>
                <a:latin typeface="Avenir Book" panose="02000503020000020003" pitchFamily="2" charset="0"/>
              </a:rPr>
              <a:t>Congruent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4352A4-D621-FFD9-0DDE-332B8339FB83}"/>
              </a:ext>
            </a:extLst>
          </p:cNvPr>
          <p:cNvSpPr txBox="1"/>
          <p:nvPr/>
        </p:nvSpPr>
        <p:spPr>
          <a:xfrm>
            <a:off x="485643" y="2925707"/>
            <a:ext cx="7548885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venir Book" panose="02000503020000020003" pitchFamily="2" charset="0"/>
                <a:ea typeface="+mn-lt"/>
                <a:cs typeface="+mn-lt"/>
              </a:rPr>
              <a:t>(B) Example 2-Back Trial Sequence</a:t>
            </a:r>
            <a:endParaRPr lang="en-US" sz="2400" b="1" dirty="0">
              <a:latin typeface="Avenir Book" panose="02000503020000020003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7D8532-4D23-95ED-CE51-37FE0B7057C6}"/>
              </a:ext>
            </a:extLst>
          </p:cNvPr>
          <p:cNvSpPr txBox="1"/>
          <p:nvPr/>
        </p:nvSpPr>
        <p:spPr>
          <a:xfrm>
            <a:off x="7686496" y="4388999"/>
            <a:ext cx="9951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latin typeface="Avenir Book" panose="02000503020000020003" pitchFamily="2" charset="0"/>
              </a:rPr>
              <a:t>...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EBBEE7-B796-C2B7-8515-230E89915D8C}"/>
              </a:ext>
            </a:extLst>
          </p:cNvPr>
          <p:cNvSpPr/>
          <p:nvPr/>
        </p:nvSpPr>
        <p:spPr>
          <a:xfrm>
            <a:off x="485643" y="3478576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F9961D"/>
              </a:solidFill>
              <a:latin typeface="Avenir Book" panose="02000503020000020003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1893C8-C90C-F1FC-DD32-E13B6040DAB8}"/>
              </a:ext>
            </a:extLst>
          </p:cNvPr>
          <p:cNvSpPr/>
          <p:nvPr/>
        </p:nvSpPr>
        <p:spPr>
          <a:xfrm>
            <a:off x="2235179" y="3679244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F9961D"/>
              </a:solidFill>
              <a:latin typeface="Avenir Book" panose="02000503020000020003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661FF9-4EE6-1563-9E0E-3D93DAE1FD9A}"/>
              </a:ext>
            </a:extLst>
          </p:cNvPr>
          <p:cNvSpPr/>
          <p:nvPr/>
        </p:nvSpPr>
        <p:spPr>
          <a:xfrm>
            <a:off x="3984715" y="3879912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109762-7693-417A-6050-764F0096BEBC}"/>
              </a:ext>
            </a:extLst>
          </p:cNvPr>
          <p:cNvSpPr/>
          <p:nvPr/>
        </p:nvSpPr>
        <p:spPr>
          <a:xfrm>
            <a:off x="5734251" y="4080580"/>
            <a:ext cx="1977141" cy="1208008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515554-A911-F3D0-BF27-59C67A6FFB5F}"/>
              </a:ext>
            </a:extLst>
          </p:cNvPr>
          <p:cNvSpPr txBox="1"/>
          <p:nvPr/>
        </p:nvSpPr>
        <p:spPr>
          <a:xfrm>
            <a:off x="3101750" y="5815629"/>
            <a:ext cx="984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rgbClr val="941650"/>
                </a:solidFill>
                <a:latin typeface="Avenir Book" panose="02000503020000020003" pitchFamily="2" charset="0"/>
              </a:rPr>
              <a:t>Mismatch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38DD51-1840-20E7-9187-44FB5A2B580D}"/>
              </a:ext>
            </a:extLst>
          </p:cNvPr>
          <p:cNvSpPr txBox="1"/>
          <p:nvPr/>
        </p:nvSpPr>
        <p:spPr>
          <a:xfrm>
            <a:off x="1353298" y="5604124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5493"/>
                </a:solidFill>
                <a:latin typeface="Avenir Book" panose="02000503020000020003" pitchFamily="2" charset="0"/>
              </a:rPr>
              <a:t>Match</a:t>
            </a:r>
          </a:p>
        </p:txBody>
      </p:sp>
      <p:pic>
        <p:nvPicPr>
          <p:cNvPr id="40" name="Picture 39" descr="A screenshot of a computer&#10;&#10;Description automatically generated">
            <a:extLst>
              <a:ext uri="{FF2B5EF4-FFF2-40B4-BE49-F238E27FC236}">
                <a16:creationId xmlns:a16="http://schemas.microsoft.com/office/drawing/2014/main" id="{13B0925D-6A6C-9E14-86D4-B2942B0DC9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785" t="40244" r="44431" b="44290"/>
          <a:stretch>
            <a:fillRect/>
          </a:stretch>
        </p:blipFill>
        <p:spPr>
          <a:xfrm>
            <a:off x="994318" y="3683677"/>
            <a:ext cx="959790" cy="874145"/>
          </a:xfrm>
          <a:prstGeom prst="rect">
            <a:avLst/>
          </a:prstGeom>
          <a:ln w="12700">
            <a:noFill/>
          </a:ln>
        </p:spPr>
      </p:pic>
      <p:pic>
        <p:nvPicPr>
          <p:cNvPr id="41" name="Picture 40" descr="A pig on a black background with Marfa lights in the background&#10;&#10;Description automatically generated">
            <a:extLst>
              <a:ext uri="{FF2B5EF4-FFF2-40B4-BE49-F238E27FC236}">
                <a16:creationId xmlns:a16="http://schemas.microsoft.com/office/drawing/2014/main" id="{1DA450F9-64C2-C5D8-0CB4-320422346D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426" t="40889" r="43700" b="44414"/>
          <a:stretch>
            <a:fillRect/>
          </a:stretch>
        </p:blipFill>
        <p:spPr>
          <a:xfrm>
            <a:off x="2586135" y="3879912"/>
            <a:ext cx="1173372" cy="881598"/>
          </a:xfrm>
          <a:prstGeom prst="rect">
            <a:avLst/>
          </a:prstGeom>
          <a:ln w="12700">
            <a:noFill/>
          </a:ln>
        </p:spPr>
      </p:pic>
      <p:pic>
        <p:nvPicPr>
          <p:cNvPr id="43" name="Picture 42" descr="A bee on a black background&#10;&#10;Description automatically generated">
            <a:extLst>
              <a:ext uri="{FF2B5EF4-FFF2-40B4-BE49-F238E27FC236}">
                <a16:creationId xmlns:a16="http://schemas.microsoft.com/office/drawing/2014/main" id="{7A66D1C6-CC28-31CE-6804-556CC8B3E6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212" t="40370" r="44299" b="44371"/>
          <a:stretch>
            <a:fillRect/>
          </a:stretch>
        </p:blipFill>
        <p:spPr>
          <a:xfrm>
            <a:off x="6294715" y="4321207"/>
            <a:ext cx="869873" cy="796530"/>
          </a:xfrm>
          <a:prstGeom prst="rect">
            <a:avLst/>
          </a:prstGeom>
          <a:ln w="12700">
            <a:noFill/>
          </a:ln>
        </p:spPr>
      </p:pic>
      <p:pic>
        <p:nvPicPr>
          <p:cNvPr id="44" name="Picture 43" descr="A screenshot of a computer&#10;&#10;Description automatically generated">
            <a:extLst>
              <a:ext uri="{FF2B5EF4-FFF2-40B4-BE49-F238E27FC236}">
                <a16:creationId xmlns:a16="http://schemas.microsoft.com/office/drawing/2014/main" id="{6987684C-963C-44B5-76CC-107B5083CF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785" t="40244" r="44431" b="44290"/>
          <a:stretch>
            <a:fillRect/>
          </a:stretch>
        </p:blipFill>
        <p:spPr>
          <a:xfrm>
            <a:off x="4476621" y="4096522"/>
            <a:ext cx="959790" cy="874145"/>
          </a:xfrm>
          <a:prstGeom prst="rect">
            <a:avLst/>
          </a:prstGeom>
          <a:ln w="12700">
            <a:noFill/>
          </a:ln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69A85FBD-3A56-80E3-09AC-80283F85A2EC}"/>
              </a:ext>
            </a:extLst>
          </p:cNvPr>
          <p:cNvCxnSpPr>
            <a:cxnSpLocks/>
            <a:stCxn id="32" idx="2"/>
            <a:endCxn id="34" idx="2"/>
          </p:cNvCxnSpPr>
          <p:nvPr/>
        </p:nvCxnSpPr>
        <p:spPr>
          <a:xfrm rot="16200000" flipH="1">
            <a:off x="3023082" y="3137716"/>
            <a:ext cx="401336" cy="3499072"/>
          </a:xfrm>
          <a:prstGeom prst="bentConnector3">
            <a:avLst>
              <a:gd name="adj1" fmla="val 217084"/>
            </a:avLst>
          </a:prstGeom>
          <a:ln w="28575">
            <a:solidFill>
              <a:srgbClr val="005493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6D6E25E8-3117-2481-64B5-8140D1C00BC9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72617" y="3354326"/>
            <a:ext cx="401336" cy="3499072"/>
          </a:xfrm>
          <a:prstGeom prst="bentConnector3">
            <a:avLst>
              <a:gd name="adj1" fmla="val 217084"/>
            </a:avLst>
          </a:prstGeom>
          <a:ln w="28575">
            <a:solidFill>
              <a:srgbClr val="9416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361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60CE9-2F86-F4F1-1DFD-32D560B1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22A3B1-780D-EAEF-13C7-E9CA5374EC80}"/>
              </a:ext>
            </a:extLst>
          </p:cNvPr>
          <p:cNvSpPr/>
          <p:nvPr/>
        </p:nvSpPr>
        <p:spPr>
          <a:xfrm>
            <a:off x="1665913" y="4916558"/>
            <a:ext cx="1527048" cy="702365"/>
          </a:xfrm>
          <a:prstGeom prst="rect">
            <a:avLst/>
          </a:prstGeom>
          <a:solidFill>
            <a:srgbClr val="0A4F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Situation Selection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F17ECE-908E-2924-C890-48AA50B12B30}"/>
              </a:ext>
            </a:extLst>
          </p:cNvPr>
          <p:cNvSpPr/>
          <p:nvPr/>
        </p:nvSpPr>
        <p:spPr>
          <a:xfrm>
            <a:off x="5945523" y="4916555"/>
            <a:ext cx="1527048" cy="70236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Suppression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BD4F9-9F22-5C5D-00F6-799121DD95EF}"/>
              </a:ext>
            </a:extLst>
          </p:cNvPr>
          <p:cNvSpPr/>
          <p:nvPr/>
        </p:nvSpPr>
        <p:spPr>
          <a:xfrm>
            <a:off x="1666754" y="2764416"/>
            <a:ext cx="1525365" cy="70236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Prospection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428E11-A37A-D48D-B8D6-2AD6CE86FCFF}"/>
              </a:ext>
            </a:extLst>
          </p:cNvPr>
          <p:cNvSpPr/>
          <p:nvPr/>
        </p:nvSpPr>
        <p:spPr>
          <a:xfrm>
            <a:off x="9006835" y="2764416"/>
            <a:ext cx="1527048" cy="704088"/>
          </a:xfrm>
          <a:prstGeom prst="rect">
            <a:avLst/>
          </a:prstGeom>
          <a:solidFill>
            <a:srgbClr val="EC74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Working 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4A011A-09BE-3500-1804-D924747CEE56}"/>
              </a:ext>
            </a:extLst>
          </p:cNvPr>
          <p:cNvSpPr/>
          <p:nvPr/>
        </p:nvSpPr>
        <p:spPr>
          <a:xfrm>
            <a:off x="4719425" y="2763554"/>
            <a:ext cx="1525365" cy="702365"/>
          </a:xfrm>
          <a:prstGeom prst="rect">
            <a:avLst/>
          </a:prstGeom>
          <a:solidFill>
            <a:srgbClr val="E0BF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Inhibition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14238F-76C6-29B9-7730-05DC3602670D}"/>
              </a:ext>
            </a:extLst>
          </p:cNvPr>
          <p:cNvSpPr/>
          <p:nvPr/>
        </p:nvSpPr>
        <p:spPr>
          <a:xfrm>
            <a:off x="5538214" y="589126"/>
            <a:ext cx="1115568" cy="7023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Age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AABD26-D23D-FD38-54B5-348C93F9DBAA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 flipH="1">
            <a:off x="5482108" y="1291491"/>
            <a:ext cx="613890" cy="1472063"/>
          </a:xfrm>
          <a:prstGeom prst="straightConnector1">
            <a:avLst/>
          </a:prstGeom>
          <a:ln w="38100">
            <a:solidFill>
              <a:srgbClr val="B8860B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675D44-3811-D33F-33B5-C9CA16869AAA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6095998" y="1291491"/>
            <a:ext cx="3674361" cy="1472925"/>
          </a:xfrm>
          <a:prstGeom prst="straightConnector1">
            <a:avLst/>
          </a:prstGeom>
          <a:ln w="38100">
            <a:solidFill>
              <a:srgbClr val="C04F15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4ED1606-6CF0-A8C7-9D11-2FC52B5F9413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2429437" y="1291491"/>
            <a:ext cx="3666561" cy="1472925"/>
          </a:xfrm>
          <a:prstGeom prst="straightConnector1">
            <a:avLst/>
          </a:prstGeom>
          <a:ln w="38100">
            <a:solidFill>
              <a:srgbClr val="0A4F2D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9689798-7016-30EE-B237-0C829D55BF36}"/>
              </a:ext>
            </a:extLst>
          </p:cNvPr>
          <p:cNvSpPr/>
          <p:nvPr/>
        </p:nvSpPr>
        <p:spPr>
          <a:xfrm>
            <a:off x="9006835" y="4916556"/>
            <a:ext cx="1527048" cy="702365"/>
          </a:xfrm>
          <a:prstGeom prst="rect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Reappraisal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9702E8A-72CA-A196-7B89-7EA4520EA0CE}"/>
              </a:ext>
            </a:extLst>
          </p:cNvPr>
          <p:cNvCxnSpPr>
            <a:cxnSpLocks/>
            <a:stCxn id="11" idx="2"/>
            <a:endCxn id="4" idx="0"/>
          </p:cNvCxnSpPr>
          <p:nvPr/>
        </p:nvCxnSpPr>
        <p:spPr>
          <a:xfrm flipH="1">
            <a:off x="2429437" y="1291491"/>
            <a:ext cx="3666561" cy="3625067"/>
          </a:xfrm>
          <a:prstGeom prst="straightConnector1">
            <a:avLst/>
          </a:prstGeom>
          <a:ln w="38100">
            <a:solidFill>
              <a:srgbClr val="0A4F2D">
                <a:alpha val="50196"/>
              </a:srgb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47EDD31-E77B-E7E5-5426-B3B564ED414F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>
          <a:xfrm>
            <a:off x="6095998" y="1291491"/>
            <a:ext cx="613049" cy="3625064"/>
          </a:xfrm>
          <a:prstGeom prst="straightConnector1">
            <a:avLst/>
          </a:prstGeom>
          <a:ln w="38100">
            <a:solidFill>
              <a:srgbClr val="B8860B">
                <a:alpha val="50196"/>
              </a:srgb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2B15D54-6D9A-13E0-3B8A-BB116638DF46}"/>
              </a:ext>
            </a:extLst>
          </p:cNvPr>
          <p:cNvCxnSpPr>
            <a:cxnSpLocks/>
            <a:stCxn id="11" idx="2"/>
            <a:endCxn id="2" idx="0"/>
          </p:cNvCxnSpPr>
          <p:nvPr/>
        </p:nvCxnSpPr>
        <p:spPr>
          <a:xfrm>
            <a:off x="6095998" y="1291491"/>
            <a:ext cx="3674361" cy="3625065"/>
          </a:xfrm>
          <a:prstGeom prst="straightConnector1">
            <a:avLst/>
          </a:prstGeom>
          <a:ln w="38100">
            <a:solidFill>
              <a:srgbClr val="C04F15">
                <a:alpha val="50196"/>
              </a:srgb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A6D860F-398E-8A3D-8495-C324B555F618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>
            <a:off x="2429437" y="3466781"/>
            <a:ext cx="0" cy="1449777"/>
          </a:xfrm>
          <a:prstGeom prst="straightConnector1">
            <a:avLst/>
          </a:prstGeom>
          <a:ln w="38100">
            <a:solidFill>
              <a:srgbClr val="0A4F2D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E947F8B-C86A-7523-4B36-7A9614448E8E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5482108" y="3465919"/>
            <a:ext cx="1226939" cy="1450636"/>
          </a:xfrm>
          <a:prstGeom prst="straightConnector1">
            <a:avLst/>
          </a:prstGeom>
          <a:ln w="38100">
            <a:solidFill>
              <a:srgbClr val="B8860B">
                <a:alpha val="50196"/>
              </a:srgb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DBFD5AE-3B11-37B1-A586-186B0EA67715}"/>
              </a:ext>
            </a:extLst>
          </p:cNvPr>
          <p:cNvCxnSpPr>
            <a:cxnSpLocks/>
            <a:stCxn id="9" idx="2"/>
            <a:endCxn id="2" idx="0"/>
          </p:cNvCxnSpPr>
          <p:nvPr/>
        </p:nvCxnSpPr>
        <p:spPr>
          <a:xfrm>
            <a:off x="9770359" y="3468504"/>
            <a:ext cx="0" cy="1448052"/>
          </a:xfrm>
          <a:prstGeom prst="straightConnector1">
            <a:avLst/>
          </a:prstGeom>
          <a:ln w="38100">
            <a:solidFill>
              <a:srgbClr val="C04F15">
                <a:alpha val="50196"/>
              </a:srgb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3255124-FCF4-F0A7-1D4D-A8F49FDF3D7E}"/>
              </a:ext>
            </a:extLst>
          </p:cNvPr>
          <p:cNvCxnSpPr>
            <a:cxnSpLocks/>
            <a:stCxn id="7" idx="2"/>
            <a:endCxn id="5" idx="1"/>
          </p:cNvCxnSpPr>
          <p:nvPr/>
        </p:nvCxnSpPr>
        <p:spPr>
          <a:xfrm>
            <a:off x="2429437" y="3466781"/>
            <a:ext cx="3516086" cy="1800957"/>
          </a:xfrm>
          <a:prstGeom prst="straightConnector1">
            <a:avLst/>
          </a:prstGeom>
          <a:ln w="38100">
            <a:solidFill>
              <a:srgbClr val="000000">
                <a:alpha val="50196"/>
              </a:srgb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719AC2B-5D0F-6735-D47C-D63B48E33DA0}"/>
              </a:ext>
            </a:extLst>
          </p:cNvPr>
          <p:cNvCxnSpPr>
            <a:cxnSpLocks/>
            <a:stCxn id="7" idx="2"/>
            <a:endCxn id="2" idx="1"/>
          </p:cNvCxnSpPr>
          <p:nvPr/>
        </p:nvCxnSpPr>
        <p:spPr>
          <a:xfrm>
            <a:off x="2429437" y="3466781"/>
            <a:ext cx="6577398" cy="1800958"/>
          </a:xfrm>
          <a:prstGeom prst="straightConnector1">
            <a:avLst/>
          </a:prstGeom>
          <a:ln w="38100">
            <a:solidFill>
              <a:srgbClr val="000000">
                <a:alpha val="50196"/>
              </a:srgb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D06320C-F73D-0D4C-F864-A3D894963204}"/>
              </a:ext>
            </a:extLst>
          </p:cNvPr>
          <p:cNvCxnSpPr>
            <a:cxnSpLocks/>
            <a:stCxn id="9" idx="2"/>
            <a:endCxn id="4" idx="3"/>
          </p:cNvCxnSpPr>
          <p:nvPr/>
        </p:nvCxnSpPr>
        <p:spPr>
          <a:xfrm flipH="1">
            <a:off x="3192961" y="3468504"/>
            <a:ext cx="6577398" cy="1799237"/>
          </a:xfrm>
          <a:prstGeom prst="straightConnector1">
            <a:avLst/>
          </a:prstGeom>
          <a:ln w="38100">
            <a:solidFill>
              <a:srgbClr val="000000">
                <a:alpha val="50196"/>
              </a:srgb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A647BFF-8181-B5B4-075D-A64A749320BD}"/>
              </a:ext>
            </a:extLst>
          </p:cNvPr>
          <p:cNvCxnSpPr>
            <a:cxnSpLocks/>
            <a:stCxn id="9" idx="2"/>
            <a:endCxn id="5" idx="3"/>
          </p:cNvCxnSpPr>
          <p:nvPr/>
        </p:nvCxnSpPr>
        <p:spPr>
          <a:xfrm flipH="1">
            <a:off x="7472571" y="3468504"/>
            <a:ext cx="2297788" cy="1799234"/>
          </a:xfrm>
          <a:prstGeom prst="straightConnector1">
            <a:avLst/>
          </a:prstGeom>
          <a:ln w="38100">
            <a:solidFill>
              <a:srgbClr val="000000">
                <a:alpha val="50196"/>
              </a:srgb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0B1D617-B0B1-FD77-2597-3875E1F542C6}"/>
              </a:ext>
            </a:extLst>
          </p:cNvPr>
          <p:cNvCxnSpPr>
            <a:cxnSpLocks/>
            <a:stCxn id="10" idx="2"/>
            <a:endCxn id="4" idx="3"/>
          </p:cNvCxnSpPr>
          <p:nvPr/>
        </p:nvCxnSpPr>
        <p:spPr>
          <a:xfrm flipH="1">
            <a:off x="3192961" y="3465919"/>
            <a:ext cx="2289147" cy="1801822"/>
          </a:xfrm>
          <a:prstGeom prst="straightConnector1">
            <a:avLst/>
          </a:prstGeom>
          <a:ln w="38100">
            <a:solidFill>
              <a:srgbClr val="000000">
                <a:alpha val="50196"/>
              </a:srgb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304E52F-B629-DED5-BBEC-7ABAF74A7240}"/>
              </a:ext>
            </a:extLst>
          </p:cNvPr>
          <p:cNvCxnSpPr>
            <a:cxnSpLocks/>
            <a:stCxn id="10" idx="2"/>
            <a:endCxn id="2" idx="1"/>
          </p:cNvCxnSpPr>
          <p:nvPr/>
        </p:nvCxnSpPr>
        <p:spPr>
          <a:xfrm>
            <a:off x="5482108" y="3465919"/>
            <a:ext cx="3524727" cy="1801820"/>
          </a:xfrm>
          <a:prstGeom prst="straightConnector1">
            <a:avLst/>
          </a:prstGeom>
          <a:ln w="38100">
            <a:solidFill>
              <a:srgbClr val="000000">
                <a:alpha val="50196"/>
              </a:srgb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D52435C-8726-9749-7E51-E5DE1BB4C629}"/>
              </a:ext>
            </a:extLst>
          </p:cNvPr>
          <p:cNvSpPr/>
          <p:nvPr/>
        </p:nvSpPr>
        <p:spPr>
          <a:xfrm>
            <a:off x="2622978" y="5961888"/>
            <a:ext cx="400713" cy="387233"/>
          </a:xfrm>
          <a:prstGeom prst="rect">
            <a:avLst/>
          </a:prstGeom>
          <a:solidFill>
            <a:srgbClr val="0A4F2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C9C48D7-CC92-5004-C180-F6AEF84C40BB}"/>
              </a:ext>
            </a:extLst>
          </p:cNvPr>
          <p:cNvSpPr/>
          <p:nvPr/>
        </p:nvSpPr>
        <p:spPr>
          <a:xfrm>
            <a:off x="2775378" y="6114288"/>
            <a:ext cx="400713" cy="387233"/>
          </a:xfrm>
          <a:prstGeom prst="rect">
            <a:avLst/>
          </a:prstGeom>
          <a:solidFill>
            <a:srgbClr val="B8860B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440D721-4B34-29D6-62E1-172031BA13A9}"/>
              </a:ext>
            </a:extLst>
          </p:cNvPr>
          <p:cNvSpPr/>
          <p:nvPr/>
        </p:nvSpPr>
        <p:spPr>
          <a:xfrm>
            <a:off x="2927778" y="6266688"/>
            <a:ext cx="400713" cy="387233"/>
          </a:xfrm>
          <a:prstGeom prst="rect">
            <a:avLst/>
          </a:prstGeom>
          <a:solidFill>
            <a:srgbClr val="C04F15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5AC5742-546E-63CB-0FC9-7287C2066041}"/>
              </a:ext>
            </a:extLst>
          </p:cNvPr>
          <p:cNvSpPr txBox="1"/>
          <p:nvPr/>
        </p:nvSpPr>
        <p:spPr>
          <a:xfrm>
            <a:off x="3310203" y="6132320"/>
            <a:ext cx="2675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hypothesized pathways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A35F6C5A-A045-1893-A6AD-AC6EB5F086CD}"/>
              </a:ext>
            </a:extLst>
          </p:cNvPr>
          <p:cNvSpPr/>
          <p:nvPr/>
        </p:nvSpPr>
        <p:spPr>
          <a:xfrm>
            <a:off x="2501820" y="5848321"/>
            <a:ext cx="3471923" cy="914943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venir Book" panose="02000503020000020003" pitchFamily="2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DB95583-2A7A-CDEC-F4D0-980077DF4C7C}"/>
              </a:ext>
            </a:extLst>
          </p:cNvPr>
          <p:cNvSpPr txBox="1"/>
          <p:nvPr/>
        </p:nvSpPr>
        <p:spPr>
          <a:xfrm>
            <a:off x="7222219" y="5991230"/>
            <a:ext cx="2486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significant edges</a:t>
            </a:r>
          </a:p>
          <a:p>
            <a:r>
              <a:rPr lang="en-US" b="1" dirty="0">
                <a:latin typeface="Avenir Book" panose="02000503020000020003" pitchFamily="2" charset="0"/>
              </a:rPr>
              <a:t>non-significant edges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85565A4-0C2D-CA5F-C3BB-6490859895D9}"/>
              </a:ext>
            </a:extLst>
          </p:cNvPr>
          <p:cNvSpPr/>
          <p:nvPr/>
        </p:nvSpPr>
        <p:spPr>
          <a:xfrm>
            <a:off x="6224222" y="5848321"/>
            <a:ext cx="3471923" cy="914943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venir Book" panose="02000503020000020003" pitchFamily="2" charset="0"/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3F8DA6A7-48FC-9E48-8F1C-AEE0DC63DFF0}"/>
              </a:ext>
            </a:extLst>
          </p:cNvPr>
          <p:cNvCxnSpPr>
            <a:cxnSpLocks/>
          </p:cNvCxnSpPr>
          <p:nvPr/>
        </p:nvCxnSpPr>
        <p:spPr>
          <a:xfrm>
            <a:off x="6351223" y="6155504"/>
            <a:ext cx="822960" cy="0"/>
          </a:xfrm>
          <a:prstGeom prst="straightConnector1">
            <a:avLst/>
          </a:prstGeom>
          <a:ln w="38100">
            <a:solidFill>
              <a:srgbClr val="000000">
                <a:alpha val="50196"/>
              </a:srgb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8E69D2EF-2009-4D21-63DB-39B90AA1BF78}"/>
              </a:ext>
            </a:extLst>
          </p:cNvPr>
          <p:cNvCxnSpPr>
            <a:cxnSpLocks/>
          </p:cNvCxnSpPr>
          <p:nvPr/>
        </p:nvCxnSpPr>
        <p:spPr>
          <a:xfrm>
            <a:off x="6352232" y="6461934"/>
            <a:ext cx="822960" cy="0"/>
          </a:xfrm>
          <a:prstGeom prst="straightConnector1">
            <a:avLst/>
          </a:prstGeom>
          <a:ln w="38100">
            <a:solidFill>
              <a:srgbClr val="000000">
                <a:alpha val="50196"/>
              </a:srgb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123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A8A9F-9E1D-3D18-21EB-6CCE55CD5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AA2BEF-40A4-956C-CC57-85971D0AA93E}"/>
              </a:ext>
            </a:extLst>
          </p:cNvPr>
          <p:cNvSpPr/>
          <p:nvPr/>
        </p:nvSpPr>
        <p:spPr>
          <a:xfrm>
            <a:off x="3599458" y="3071052"/>
            <a:ext cx="1527048" cy="704088"/>
          </a:xfrm>
          <a:prstGeom prst="rect">
            <a:avLst/>
          </a:prstGeom>
          <a:solidFill>
            <a:srgbClr val="0A4F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Situation Selection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D74036-65F9-B795-2B33-329198C7BB26}"/>
              </a:ext>
            </a:extLst>
          </p:cNvPr>
          <p:cNvSpPr/>
          <p:nvPr/>
        </p:nvSpPr>
        <p:spPr>
          <a:xfrm>
            <a:off x="5332474" y="3071050"/>
            <a:ext cx="1527048" cy="70408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Suppression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A7480F-271A-323E-2BC0-AE7B638E5DB0}"/>
              </a:ext>
            </a:extLst>
          </p:cNvPr>
          <p:cNvSpPr/>
          <p:nvPr/>
        </p:nvSpPr>
        <p:spPr>
          <a:xfrm>
            <a:off x="3599458" y="1668046"/>
            <a:ext cx="1527048" cy="7040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Prospection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FC66CD-BBE8-8ADD-F3C6-71FA65D509D7}"/>
              </a:ext>
            </a:extLst>
          </p:cNvPr>
          <p:cNvSpPr/>
          <p:nvPr/>
        </p:nvSpPr>
        <p:spPr>
          <a:xfrm>
            <a:off x="7065490" y="1668046"/>
            <a:ext cx="1527048" cy="704088"/>
          </a:xfrm>
          <a:prstGeom prst="rect">
            <a:avLst/>
          </a:prstGeom>
          <a:solidFill>
            <a:srgbClr val="EC74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Working 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7F9C-9FE3-E50E-5F2C-BBE5BC2A272A}"/>
              </a:ext>
            </a:extLst>
          </p:cNvPr>
          <p:cNvSpPr/>
          <p:nvPr/>
        </p:nvSpPr>
        <p:spPr>
          <a:xfrm>
            <a:off x="5332474" y="1669768"/>
            <a:ext cx="1527048" cy="704088"/>
          </a:xfrm>
          <a:prstGeom prst="rect">
            <a:avLst/>
          </a:prstGeom>
          <a:solidFill>
            <a:srgbClr val="E0BF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Inhibition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4B065F-BAAD-986A-AED5-A582D90CAB87}"/>
              </a:ext>
            </a:extLst>
          </p:cNvPr>
          <p:cNvSpPr/>
          <p:nvPr/>
        </p:nvSpPr>
        <p:spPr>
          <a:xfrm>
            <a:off x="5538214" y="265039"/>
            <a:ext cx="1115568" cy="7023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Age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89E35A-34C2-D45A-DEB6-5D4D182AE4D9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6095998" y="967404"/>
            <a:ext cx="0" cy="702364"/>
          </a:xfrm>
          <a:prstGeom prst="straightConnector1">
            <a:avLst/>
          </a:prstGeom>
          <a:ln w="38100">
            <a:solidFill>
              <a:srgbClr val="B8860B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B185F9-D1DF-8A25-9AE4-5B25451F2A32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6095998" y="967404"/>
            <a:ext cx="1733016" cy="700642"/>
          </a:xfrm>
          <a:prstGeom prst="straightConnector1">
            <a:avLst/>
          </a:prstGeom>
          <a:ln w="38100">
            <a:solidFill>
              <a:srgbClr val="C04F15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06F6F6D-00EC-730F-A60B-631F12A61715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4362982" y="967404"/>
            <a:ext cx="1733016" cy="700642"/>
          </a:xfrm>
          <a:prstGeom prst="straightConnector1">
            <a:avLst/>
          </a:prstGeom>
          <a:ln w="38100">
            <a:solidFill>
              <a:srgbClr val="0A4F2D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3C3A5BB-17FC-2E45-4F22-B9A838C7A5E2}"/>
              </a:ext>
            </a:extLst>
          </p:cNvPr>
          <p:cNvSpPr/>
          <p:nvPr/>
        </p:nvSpPr>
        <p:spPr>
          <a:xfrm>
            <a:off x="7065490" y="3071050"/>
            <a:ext cx="1527048" cy="704088"/>
          </a:xfrm>
          <a:prstGeom prst="rect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Reappraisal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C74F6BA-5B37-EBD3-FFA8-A2621C5FA327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>
            <a:off x="4362982" y="2372134"/>
            <a:ext cx="0" cy="698918"/>
          </a:xfrm>
          <a:prstGeom prst="straightConnector1">
            <a:avLst/>
          </a:prstGeom>
          <a:ln w="38100">
            <a:solidFill>
              <a:srgbClr val="0A4F2D">
                <a:alpha val="5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427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2e3a79e-b758-4660-884f-5860278e0032" xsi:nil="true"/>
    <lcf76f155ced4ddcb4097134ff3c332f xmlns="f86ba2e4-d0c6-4664-9310-24acd3d2254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22846501CC4E42BA690349A1E2BAE7" ma:contentTypeVersion="18" ma:contentTypeDescription="Create a new document." ma:contentTypeScope="" ma:versionID="7f3be7cb6cb8e3c074e8130c270a9b07">
  <xsd:schema xmlns:xsd="http://www.w3.org/2001/XMLSchema" xmlns:xs="http://www.w3.org/2001/XMLSchema" xmlns:p="http://schemas.microsoft.com/office/2006/metadata/properties" xmlns:ns2="f86ba2e4-d0c6-4664-9310-24acd3d22541" xmlns:ns3="12e3a79e-b758-4660-884f-5860278e0032" targetNamespace="http://schemas.microsoft.com/office/2006/metadata/properties" ma:root="true" ma:fieldsID="9d73a99f0ec197a4a61be7ef6a6ccdde" ns2:_="" ns3:_="">
    <xsd:import namespace="f86ba2e4-d0c6-4664-9310-24acd3d22541"/>
    <xsd:import namespace="12e3a79e-b758-4660-884f-5860278e00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6ba2e4-d0c6-4664-9310-24acd3d225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8107521-1385-498b-8889-bf2cd8dee3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e3a79e-b758-4660-884f-5860278e003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3d8673f-12a3-4a39-ad1b-83a3ca694712}" ma:internalName="TaxCatchAll" ma:showField="CatchAllData" ma:web="12e3a79e-b758-4660-884f-5860278e00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D1FD6E-C942-494A-9145-AF639A017B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E5F275-9B45-4933-B663-4E7F48050E26}">
  <ds:schemaRefs>
    <ds:schemaRef ds:uri="http://schemas.microsoft.com/office/2006/documentManagement/types"/>
    <ds:schemaRef ds:uri="http://purl.org/dc/terms/"/>
    <ds:schemaRef ds:uri="http://purl.org/dc/dcmitype/"/>
    <ds:schemaRef ds:uri="http://purl.org/dc/elements/1.1/"/>
    <ds:schemaRef ds:uri="12e3a79e-b758-4660-884f-5860278e0032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f86ba2e4-d0c6-4664-9310-24acd3d22541"/>
  </ds:schemaRefs>
</ds:datastoreItem>
</file>

<file path=customXml/itemProps3.xml><?xml version="1.0" encoding="utf-8"?>
<ds:datastoreItem xmlns:ds="http://schemas.openxmlformats.org/officeDocument/2006/customXml" ds:itemID="{E9FD6CE9-1FE7-46CF-9DC9-5AC59C7BAE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6ba2e4-d0c6-4664-9310-24acd3d22541"/>
    <ds:schemaRef ds:uri="12e3a79e-b758-4660-884f-5860278e00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53</Words>
  <Application>Microsoft Macintosh PowerPoint</Application>
  <PresentationFormat>Widescreen</PresentationFormat>
  <Paragraphs>34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Avenir Book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Phaneuf-Hadd, Camille</dc:creator>
  <cp:lastModifiedBy>Phaneuf-Hadd, Camille</cp:lastModifiedBy>
  <cp:revision>73</cp:revision>
  <dcterms:created xsi:type="dcterms:W3CDTF">2025-05-30T13:25:17Z</dcterms:created>
  <dcterms:modified xsi:type="dcterms:W3CDTF">2026-04-20T21:00:55Z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0x0101009522846501CC4E42BA690349A1E2BAE7</vt:lpwstr>
  </property>
  <property fmtid="{D5CDD505-2E9C-101B-9397-08002B2CF9AE}" pid="3" name="MediaServiceImageTags">
    <vt:lpwstr/>
  </property>
</Properties>
</file>